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53d8fce7cf24f3c" Type="http://schemas.openxmlformats.org/officeDocument/2006/relationships/extended-properties" Target="docProps/app.xml"/><Relationship Id="R4b1890a47af64e3f" Type="http://schemas.openxmlformats.org/package/2006/relationships/metadata/core-properties" Target="docProps/core.xml"/><Relationship Id="Rb4f1016f79c948e2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52c666d70644dd"/>
  </p:sldMasterIdLst>
  <p:notesMasterIdLst>
    <p:notesMasterId xmlns:r="http://schemas.openxmlformats.org/officeDocument/2006/relationships" r:id="R376fb12fd679413c"/>
  </p:notesMasterIdLst>
  <p:sldIdLst>
    <p:sldId xmlns:r="http://schemas.openxmlformats.org/officeDocument/2006/relationships" id="256" r:id="R97e1761e085b4d24"/>
    <p:sldId xmlns:r="http://schemas.openxmlformats.org/officeDocument/2006/relationships" id="257" r:id="R37e4c815a5cd43ad"/>
    <p:sldId xmlns:r="http://schemas.openxmlformats.org/officeDocument/2006/relationships" id="258" r:id="Rae6aca39364b440d"/>
    <p:sldId xmlns:r="http://schemas.openxmlformats.org/officeDocument/2006/relationships" id="259" r:id="Rccce3aebde404b03"/>
    <p:sldId xmlns:r="http://schemas.openxmlformats.org/officeDocument/2006/relationships" id="260" r:id="R6e63c93bf2ef4091"/>
    <p:sldId xmlns:r="http://schemas.openxmlformats.org/officeDocument/2006/relationships" id="261" r:id="Rb0b3a66731304160"/>
    <p:sldId xmlns:r="http://schemas.openxmlformats.org/officeDocument/2006/relationships" id="262" r:id="Rbb4b30f92a994e4c"/>
    <p:sldId xmlns:r="http://schemas.openxmlformats.org/officeDocument/2006/relationships" id="263" r:id="R68fe2988f4e64493"/>
    <p:sldId xmlns:r="http://schemas.openxmlformats.org/officeDocument/2006/relationships" id="264" r:id="Rab6e16c6f6fc440e"/>
    <p:sldId xmlns:r="http://schemas.openxmlformats.org/officeDocument/2006/relationships" id="265" r:id="R6687175027974555"/>
    <p:sldId xmlns:r="http://schemas.openxmlformats.org/officeDocument/2006/relationships" id="266" r:id="Ra904f9126b20420c"/>
    <p:sldId xmlns:r="http://schemas.openxmlformats.org/officeDocument/2006/relationships" id="267" r:id="R4fd1ed901c384099"/>
    <p:sldId xmlns:r="http://schemas.openxmlformats.org/officeDocument/2006/relationships" id="268" r:id="Ra69bcec0b60a481f"/>
    <p:sldId xmlns:r="http://schemas.openxmlformats.org/officeDocument/2006/relationships" id="269" r:id="R8ac782450e4841bd"/>
    <p:sldId xmlns:r="http://schemas.openxmlformats.org/officeDocument/2006/relationships" id="270" r:id="Rcf06b05babbd483a"/>
    <p:sldId xmlns:r="http://schemas.openxmlformats.org/officeDocument/2006/relationships" id="271" r:id="Ra5c07e52857c4596"/>
    <p:sldId xmlns:r="http://schemas.openxmlformats.org/officeDocument/2006/relationships" id="272" r:id="R426fc7d77c4241b9"/>
    <p:sldId xmlns:r="http://schemas.openxmlformats.org/officeDocument/2006/relationships" id="273" r:id="R6b2d545749234490"/>
    <p:sldId xmlns:r="http://schemas.openxmlformats.org/officeDocument/2006/relationships" id="274" r:id="R09b791e03d4143d5"/>
    <p:sldId xmlns:r="http://schemas.openxmlformats.org/officeDocument/2006/relationships" id="275" r:id="Rd6a2105e81884dc8"/>
    <p:sldId xmlns:r="http://schemas.openxmlformats.org/officeDocument/2006/relationships" id="276" r:id="Rece68275deb14804"/>
    <p:sldId xmlns:r="http://schemas.openxmlformats.org/officeDocument/2006/relationships" id="277" r:id="R62588028598546fb"/>
    <p:sldId xmlns:r="http://schemas.openxmlformats.org/officeDocument/2006/relationships" id="278" r:id="Rdd86f8d7360b4907"/>
    <p:sldId xmlns:r="http://schemas.openxmlformats.org/officeDocument/2006/relationships" id="279" r:id="R3aa5ee2e03c0484f"/>
    <p:sldId xmlns:r="http://schemas.openxmlformats.org/officeDocument/2006/relationships" id="280" r:id="Rdf13816dbb364bd5"/>
    <p:sldId xmlns:r="http://schemas.openxmlformats.org/officeDocument/2006/relationships" id="281" r:id="R88a4cfbeaeca461b"/>
    <p:sldId xmlns:r="http://schemas.openxmlformats.org/officeDocument/2006/relationships" id="282" r:id="R83b62be2c851425d"/>
    <p:sldId xmlns:r="http://schemas.openxmlformats.org/officeDocument/2006/relationships" id="283" r:id="Rbd1501e9885a4810"/>
    <p:sldId xmlns:r="http://schemas.openxmlformats.org/officeDocument/2006/relationships" id="284" r:id="R0ef2ca81e8204a78"/>
    <p:sldId xmlns:r="http://schemas.openxmlformats.org/officeDocument/2006/relationships" id="285" r:id="R4b39cbc29175477e"/>
    <p:sldId xmlns:r="http://schemas.openxmlformats.org/officeDocument/2006/relationships" id="286" r:id="R216b004c99e144a0"/>
    <p:sldId xmlns:r="http://schemas.openxmlformats.org/officeDocument/2006/relationships" id="287" r:id="R046b2bdfa3b14cc9"/>
    <p:sldId xmlns:r="http://schemas.openxmlformats.org/officeDocument/2006/relationships" id="288" r:id="R6c9640a8562647fc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46b2bdfa3b14cc9" Type="http://schemas.openxmlformats.org/officeDocument/2006/relationships/slide" Target="slides/slide32.xml"/><Relationship Id="R09b791e03d4143d5" Type="http://schemas.openxmlformats.org/officeDocument/2006/relationships/slide" Target="slides/slide19.xml"/><Relationship Id="R0ef2ca81e8204a78" Type="http://schemas.openxmlformats.org/officeDocument/2006/relationships/slide" Target="slides/slide29.xml"/><Relationship Id="R216b004c99e144a0" Type="http://schemas.openxmlformats.org/officeDocument/2006/relationships/slide" Target="slides/slide31.xml"/><Relationship Id="R376fb12fd679413c" Type="http://schemas.openxmlformats.org/officeDocument/2006/relationships/notesMaster" Target="notesMasters/notesMaster1.xml"/><Relationship Id="R37e4c815a5cd43ad" Type="http://schemas.openxmlformats.org/officeDocument/2006/relationships/slide" Target="slides/slide2.xml"/><Relationship Id="R3aa5ee2e03c0484f" Type="http://schemas.openxmlformats.org/officeDocument/2006/relationships/slide" Target="slides/slide24.xml"/><Relationship Id="R426fc7d77c4241b9" Type="http://schemas.openxmlformats.org/officeDocument/2006/relationships/slide" Target="slides/slide17.xml"/><Relationship Id="R4b39cbc29175477e" Type="http://schemas.openxmlformats.org/officeDocument/2006/relationships/slide" Target="slides/slide30.xml"/><Relationship Id="R4d478a3d6bab43a6" Type="http://schemas.openxmlformats.org/officeDocument/2006/relationships/presProps" Target="presProps.xml"/><Relationship Id="R4fd1ed901c384099" Type="http://schemas.openxmlformats.org/officeDocument/2006/relationships/slide" Target="slides/slide12.xml"/><Relationship Id="R62588028598546fb" Type="http://schemas.openxmlformats.org/officeDocument/2006/relationships/slide" Target="slides/slide22.xml"/><Relationship Id="R6687175027974555" Type="http://schemas.openxmlformats.org/officeDocument/2006/relationships/slide" Target="slides/slide10.xml"/><Relationship Id="R68fe2988f4e64493" Type="http://schemas.openxmlformats.org/officeDocument/2006/relationships/slide" Target="slides/slide8.xml"/><Relationship Id="R6b2d545749234490" Type="http://schemas.openxmlformats.org/officeDocument/2006/relationships/slide" Target="slides/slide18.xml"/><Relationship Id="R6c9640a8562647fc" Type="http://schemas.openxmlformats.org/officeDocument/2006/relationships/slide" Target="slides/slide33.xml"/><Relationship Id="R6e63c93bf2ef4091" Type="http://schemas.openxmlformats.org/officeDocument/2006/relationships/slide" Target="slides/slide5.xml"/><Relationship Id="R7d4812eee67249fd" Type="http://schemas.openxmlformats.org/officeDocument/2006/relationships/viewProps" Target="viewProps.xml"/><Relationship Id="R83b62be2c851425d" Type="http://schemas.openxmlformats.org/officeDocument/2006/relationships/slide" Target="slides/slide27.xml"/><Relationship Id="R88a4cfbeaeca461b" Type="http://schemas.openxmlformats.org/officeDocument/2006/relationships/slide" Target="slides/slide26.xml"/><Relationship Id="R8ac782450e4841bd" Type="http://schemas.openxmlformats.org/officeDocument/2006/relationships/slide" Target="slides/slide14.xml"/><Relationship Id="R9288de2dfcb948ec" Type="http://schemas.openxmlformats.org/officeDocument/2006/relationships/theme" Target="theme/theme1.xml"/><Relationship Id="R97e1761e085b4d24" Type="http://schemas.openxmlformats.org/officeDocument/2006/relationships/slide" Target="slides/slide1.xml"/><Relationship Id="Ra5c07e52857c4596" Type="http://schemas.openxmlformats.org/officeDocument/2006/relationships/slide" Target="slides/slide16.xml"/><Relationship Id="Ra69bcec0b60a481f" Type="http://schemas.openxmlformats.org/officeDocument/2006/relationships/slide" Target="slides/slide13.xml"/><Relationship Id="Ra904f9126b20420c" Type="http://schemas.openxmlformats.org/officeDocument/2006/relationships/slide" Target="slides/slide11.xml"/><Relationship Id="Rab6e16c6f6fc440e" Type="http://schemas.openxmlformats.org/officeDocument/2006/relationships/slide" Target="slides/slide9.xml"/><Relationship Id="Rae6aca39364b440d" Type="http://schemas.openxmlformats.org/officeDocument/2006/relationships/slide" Target="slides/slide3.xml"/><Relationship Id="Rb0b3a66731304160" Type="http://schemas.openxmlformats.org/officeDocument/2006/relationships/slide" Target="slides/slide6.xml"/><Relationship Id="Rbb4b30f92a994e4c" Type="http://schemas.openxmlformats.org/officeDocument/2006/relationships/slide" Target="slides/slide7.xml"/><Relationship Id="Rbd1501e9885a4810" Type="http://schemas.openxmlformats.org/officeDocument/2006/relationships/slide" Target="slides/slide28.xml"/><Relationship Id="Rccce3aebde404b03" Type="http://schemas.openxmlformats.org/officeDocument/2006/relationships/slide" Target="slides/slide4.xml"/><Relationship Id="Rcf06b05babbd483a" Type="http://schemas.openxmlformats.org/officeDocument/2006/relationships/slide" Target="slides/slide15.xml"/><Relationship Id="Rd6a2105e81884dc8" Type="http://schemas.openxmlformats.org/officeDocument/2006/relationships/slide" Target="slides/slide20.xml"/><Relationship Id="Rdd86f8d7360b4907" Type="http://schemas.openxmlformats.org/officeDocument/2006/relationships/slide" Target="slides/slide23.xml"/><Relationship Id="Rdf13816dbb364bd5" Type="http://schemas.openxmlformats.org/officeDocument/2006/relationships/slide" Target="slides/slide25.xml"/><Relationship Id="Re652c666d70644dd" Type="http://schemas.openxmlformats.org/officeDocument/2006/relationships/slideMaster" Target="slideMasters/slideMaster1.xml"/><Relationship Id="Rece68275deb14804" Type="http://schemas.openxmlformats.org/officeDocument/2006/relationships/slide" Target="slides/slide21.xml"/><Relationship Id="Rff0cd662ade34bf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b72365f61bdb4f16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c0651a525894ffa" Type="http://schemas.openxmlformats.org/officeDocument/2006/relationships/notesMaster" Target="../notesMasters/notesMaster1.xml"/><Relationship Id="R79d88d455d8b489b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b1cce2980a594546" Type="http://schemas.openxmlformats.org/officeDocument/2006/relationships/slide" Target="../slides/slide2.xml"/><Relationship Id="Re516135789c942b7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6ab6e9fb1f344126" Type="http://schemas.openxmlformats.org/officeDocument/2006/relationships/notesMaster" Target="../notesMasters/notesMaster1.xml"/><Relationship Id="R8c96906d8412433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3b4fd207165a4e4a" Type="http://schemas.openxmlformats.org/officeDocument/2006/relationships/slide" Target="../slides/slide4.xml"/><Relationship Id="R43432188c1ee45c9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7474351c1cdf46f0" Type="http://schemas.openxmlformats.org/officeDocument/2006/relationships/slide" Target="../slides/slide5.xml"/><Relationship Id="Rf955c5d19c11461d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69ea0165ea844ad4" Type="http://schemas.openxmlformats.org/officeDocument/2006/relationships/slide" Target="../slides/slide6.xml"/><Relationship Id="Rcde0edff0d354f15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1538db15efa848cd" Type="http://schemas.openxmlformats.org/officeDocument/2006/relationships/notesMaster" Target="../notesMasters/notesMaster1.xml"/><Relationship Id="R667bd84ee6484707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258680d51d26472e" Type="http://schemas.openxmlformats.org/officeDocument/2006/relationships/slide" Target="../slides/slide8.xml"/><Relationship Id="R39f6606262d64a8b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4c94dc06d1d43c0" Type="http://schemas.openxmlformats.org/officeDocument/2006/relationships/notesMaster" Target="../notesMasters/notesMaster1.xml"/><Relationship Id="Rdf82d8ecf22c4b36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1fb5aeb8f0494ff3" Type="http://schemas.openxmlformats.org/officeDocument/2006/relationships/notesMaster" Target="../notesMasters/notesMaster1.xml"/><Relationship Id="R6030677175f5405e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1403ac69485b4759" Type="http://schemas.openxmlformats.org/officeDocument/2006/relationships/notesMaster" Target="../notesMasters/notesMaster1.xml"/><Relationship Id="Rb41f864777c4428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3721b026e35743fb" Type="http://schemas.openxmlformats.org/officeDocument/2006/relationships/slide" Target="../slides/slide12.xml"/><Relationship Id="Ra6e14f24f681498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6861e735397646e3" Type="http://schemas.openxmlformats.org/officeDocument/2006/relationships/slide" Target="../slides/slide13.xml"/><Relationship Id="Rdadb04b0f2c64488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90a2af012ec84f4d" Type="http://schemas.openxmlformats.org/officeDocument/2006/relationships/notesMaster" Target="../notesMasters/notesMaster1.xml"/><Relationship Id="Rb7db0cdc9d19471c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17fb051e4084427e" Type="http://schemas.openxmlformats.org/officeDocument/2006/relationships/slide" Target="../slides/slide15.xml"/><Relationship Id="Rad4cf8fee9c04fe9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53c5a5e10abc4378" Type="http://schemas.openxmlformats.org/officeDocument/2006/relationships/slide" Target="../slides/slide16.xml"/><Relationship Id="R71319cde537e4ef5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c55d4c75394d4b59" Type="http://schemas.openxmlformats.org/officeDocument/2006/relationships/notesMaster" Target="../notesMasters/notesMaster1.xml"/><Relationship Id="Rd525059428c846d1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90284d2f745e4f12" Type="http://schemas.openxmlformats.org/officeDocument/2006/relationships/notesMaster" Target="../notesMasters/notesMaster1.xml"/><Relationship Id="Rf8892ce60ae345fb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3ef4ce258293492e" Type="http://schemas.openxmlformats.org/officeDocument/2006/relationships/slide" Target="../slides/slide19.xml"/><Relationship Id="Rb47ee1a9c2644c09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603d146da43e417f" Type="http://schemas.openxmlformats.org/officeDocument/2006/relationships/slide" Target="../slides/slide20.xml"/><Relationship Id="R7a249716bb5d4057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2e63701505c14c7b" Type="http://schemas.openxmlformats.org/officeDocument/2006/relationships/slide" Target="../slides/slide21.xml"/><Relationship Id="Rf8fe28f0bec840aa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004e91577eba46e1" Type="http://schemas.openxmlformats.org/officeDocument/2006/relationships/notesMaster" Target="../notesMasters/notesMaster1.xml"/><Relationship Id="R5cb35b59e1a74fc3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7c8e15e786974a1f" Type="http://schemas.openxmlformats.org/officeDocument/2006/relationships/slide" Target="../slides/slide23.xml"/><Relationship Id="Rf25ec42a7943450a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1d926700e84a4e3e" Type="http://schemas.openxmlformats.org/officeDocument/2006/relationships/slide" Target="../slides/slide24.xml"/><Relationship Id="R66ed14db705542aa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2198caa98ef9436d" Type="http://schemas.openxmlformats.org/officeDocument/2006/relationships/slide" Target="../slides/slide25.xml"/><Relationship Id="R2670de8a17044527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0280f59a3bcc43c1" Type="http://schemas.openxmlformats.org/officeDocument/2006/relationships/notesMaster" Target="../notesMasters/notesMaster1.xml"/><Relationship Id="Rbdce1999deeb41e0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74448b38c6164b9d" Type="http://schemas.openxmlformats.org/officeDocument/2006/relationships/notesMaster" Target="../notesMasters/notesMaster1.xml"/><Relationship Id="Re0cb31a5128a47a1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cacae9ca3b6f4b0c" Type="http://schemas.openxmlformats.org/officeDocument/2006/relationships/notesMaster" Target="../notesMasters/notesMaster1.xml"/><Relationship Id="Rd5eb495c3f7b4edf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091c92cfafee48c7" Type="http://schemas.openxmlformats.org/officeDocument/2006/relationships/slide" Target="../slides/slide29.xml"/><Relationship Id="Rfc8862cfeffd487e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8bd4a0a99b494ae8" Type="http://schemas.openxmlformats.org/officeDocument/2006/relationships/notesMaster" Target="../notesMasters/notesMaster1.xml"/><Relationship Id="Re721e7b3118a485e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1f4414958512418b" Type="http://schemas.openxmlformats.org/officeDocument/2006/relationships/slide" Target="../slides/slide31.xml"/><Relationship Id="R65124c34bea14725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5ef998338be64ccc" Type="http://schemas.openxmlformats.org/officeDocument/2006/relationships/notesMaster" Target="../notesMasters/notesMaster1.xml"/><Relationship Id="Rb571cc0a5c884e95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3996b20e706c4a7c" Type="http://schemas.openxmlformats.org/officeDocument/2006/relationships/notesMaster" Target="../notesMasters/notesMaster1.xml"/><Relationship Id="R6fa8d4f6d7034f57" Type="http://schemas.openxmlformats.org/officeDocument/2006/relationships/slide" Target="../slides/slide3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2e2e3fd9a73d4259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b203f2b235ec4a4e" Type="http://schemas.openxmlformats.org/officeDocument/2006/relationships/theme" Target="../theme/theme1.xml"/><Relationship Id="Rcef2ad6ced9e42b1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f2ad6ced9e42b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6014af72c9934aa1" Type="http://schemas.openxmlformats.org/officeDocument/2006/relationships/image" Target="../media/image.jpeg"/><Relationship Id="R8df995c292bf4e49" Type="http://schemas.openxmlformats.org/officeDocument/2006/relationships/notesSlide" Target="../notesSlides/notesSlide1.xml"/><Relationship Id="R8efb6615b51f4c1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72c0b8beea44409c" Type="http://schemas.openxmlformats.org/officeDocument/2006/relationships/slideLayout" Target="../slideLayouts/slideLayout2.xml"/><Relationship Id="R9f4c9457f44c41f4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3.xml.rels><?xml version='1.0' encoding='UTF-8' standalone='yes'?>
<Relationships xmlns="http://schemas.openxmlformats.org/package/2006/relationships"><Relationship Id="Rb7b6371c335149c7" Type="http://schemas.openxmlformats.org/officeDocument/2006/relationships/image" Target="../media/image.png"/><Relationship Id="Rddefda79165a4c60" Type="http://schemas.openxmlformats.org/officeDocument/2006/relationships/slideLayout" Target="../slideLayouts/slideLayout2.xml"/><Relationship Id="Re47936f5deda436d" Type="http://schemas.openxmlformats.org/officeDocument/2006/relationships/notesSlide" Target="../notesSlides/notesSlide3.xml"/><Relationship Id="rId4" Type="http://schemas.openxmlformats.org/officeDocument/2006/relationships/image" Target="../media/image26.png"/></Relationships>
</file>

<file path=ppt/slides/_rels/slide4.xml.rels><?xml version='1.0' encoding='UTF-8' standalone='yes'?>
<Relationships xmlns="http://schemas.openxmlformats.org/package/2006/relationships"><Relationship Id="R9cb07f5207914007" Type="http://schemas.openxmlformats.org/officeDocument/2006/relationships/slideLayout" Target="../slideLayouts/slideLayout2.xml"/><Relationship Id="Ra735754683044d35" Type="http://schemas.openxmlformats.org/officeDocument/2006/relationships/notesSlide" Target="../notesSlides/notesSlide4.xml"/><Relationship Id="Rac961f7dfec94e7d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829d5a2aad7748ca" Type="http://schemas.openxmlformats.org/officeDocument/2006/relationships/notesSlide" Target="../notesSlides/notesSlide5.xml"/><Relationship Id="Rc5893c71f5504a4a" Type="http://schemas.openxmlformats.org/officeDocument/2006/relationships/slideLayout" Target="../slideLayouts/slideLayout2.xml"/><Relationship Id="Rcd010c14faf9468a" Type="http://schemas.openxmlformats.org/officeDocument/2006/relationships/image" Target="../media/image3.png"/><Relationship Id="rId4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05dbd134dcb94f8a" Type="http://schemas.openxmlformats.org/officeDocument/2006/relationships/image" Target="../media/image4.png"/><Relationship Id="R14b2246e10b94214" Type="http://schemas.openxmlformats.org/officeDocument/2006/relationships/slideLayout" Target="../slideLayouts/slideLayout2.xml"/><Relationship Id="Rea26bd76801d404c" Type="http://schemas.openxmlformats.org/officeDocument/2006/relationships/notesSlide" Target="../notesSlides/notesSlide6.xml"/><Relationship Id="rId4" Type="http://schemas.openxmlformats.org/officeDocument/2006/relationships/image" Target="../media/image26.png"/></Relationships>
</file>

<file path=ppt/slides/_rels/slide7.xml.rels><?xml version='1.0' encoding='UTF-8' standalone='yes'?>
<Relationships xmlns="http://schemas.openxmlformats.org/package/2006/relationships"><Relationship Id="R097c10551f3b47d0" Type="http://schemas.openxmlformats.org/officeDocument/2006/relationships/slideLayout" Target="../slideLayouts/slideLayout2.xml"/><Relationship Id="Rf5d8c98ff5084740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388dab6704664208" Type="http://schemas.openxmlformats.org/officeDocument/2006/relationships/slideLayout" Target="../slideLayouts/slideLayout2.xml"/><Relationship Id="R47b8a4a538204277" Type="http://schemas.openxmlformats.org/officeDocument/2006/relationships/notesSlide" Target="../notesSlides/notesSlide8.xml"/><Relationship Id="R732097eee36b4e14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26ef3ee99df04755" Type="http://schemas.openxmlformats.org/officeDocument/2006/relationships/notesSlide" Target="../notesSlides/notesSlide9.xml"/><Relationship Id="R769010572ec04f76" Type="http://schemas.openxmlformats.org/officeDocument/2006/relationships/slideLayout" Target="../slideLayouts/slideLayout2.xml"/><Relationship Id="Rcb96077b4c894eb8" Type="http://schemas.openxmlformats.org/officeDocument/2006/relationships/image" Target="../media/image6.png"/><Relationship Id="rId4" Type="http://schemas.openxmlformats.org/officeDocument/2006/relationships/image" Target="../media/image26.png"/></Relationships>
</file>

<file path=ppt/slides/_rels/slide10.xml.rels><?xml version='1.0' encoding='UTF-8' standalone='yes'?>
<Relationships xmlns="http://schemas.openxmlformats.org/package/2006/relationships"><Relationship Id="Rb576698993ac4fad" Type="http://schemas.openxmlformats.org/officeDocument/2006/relationships/image" Target="../media/image7.png"/><Relationship Id="Rdb87c07a3c1844de" Type="http://schemas.openxmlformats.org/officeDocument/2006/relationships/notesSlide" Target="../notesSlides/notesSlide10.xml"/><Relationship Id="Re33afcd998a94327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38a3680b753342f4" Type="http://schemas.openxmlformats.org/officeDocument/2006/relationships/notesSlide" Target="../notesSlides/notesSlide11.xml"/><Relationship Id="R68cfa9068000466a" Type="http://schemas.openxmlformats.org/officeDocument/2006/relationships/slideLayout" Target="../slideLayouts/slideLayout2.xml"/><Relationship Id="Rad895c1270204164" Type="http://schemas.openxmlformats.org/officeDocument/2006/relationships/image" Target="../media/image8.png"/><Relationship Id="rId4" Type="http://schemas.openxmlformats.org/officeDocument/2006/relationships/image" Target="../media/image25.png"/></Relationships>
</file>

<file path=ppt/slides/_rels/slide12.xml.rels><?xml version='1.0' encoding='UTF-8' standalone='yes'?>
<Relationships xmlns="http://schemas.openxmlformats.org/package/2006/relationships"><Relationship Id="R0d990457b5de4dd1" Type="http://schemas.openxmlformats.org/officeDocument/2006/relationships/slideLayout" Target="../slideLayouts/slideLayout2.xml"/><Relationship Id="Rfe409ada35da4fd8" Type="http://schemas.openxmlformats.org/officeDocument/2006/relationships/notesSlide" Target="../notesSlides/notesSlide12.xml"/><Relationship Id="rId3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4999cd59e53e4423" Type="http://schemas.openxmlformats.org/officeDocument/2006/relationships/slideLayout" Target="../slideLayouts/slideLayout2.xml"/><Relationship Id="R8a8f9da07a3746fb" Type="http://schemas.openxmlformats.org/officeDocument/2006/relationships/notesSlide" Target="../notesSlides/notesSlide13.xml"/><Relationship Id="Rdb99253bd9534502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5b3b23adb78c4df0" Type="http://schemas.openxmlformats.org/officeDocument/2006/relationships/notesSlide" Target="../notesSlides/notesSlide14.xml"/><Relationship Id="R6af7935285cd4bc4" Type="http://schemas.openxmlformats.org/officeDocument/2006/relationships/slideLayout" Target="../slideLayouts/slideLayout2.xml"/><Relationship Id="Rabbc54d4d72a4b39" Type="http://schemas.openxmlformats.org/officeDocument/2006/relationships/image" Target="../media/image10.png"/><Relationship Id="rId4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3e928e3ee26e4f65" Type="http://schemas.openxmlformats.org/officeDocument/2006/relationships/notesSlide" Target="../notesSlides/notesSlide15.xml"/><Relationship Id="R743d846ead2a4344" Type="http://schemas.openxmlformats.org/officeDocument/2006/relationships/image" Target="../media/image11.png"/><Relationship Id="Rab5fa212e7e54f36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1d05b3af960b44d9" Type="http://schemas.openxmlformats.org/officeDocument/2006/relationships/notesSlide" Target="../notesSlides/notesSlide16.xml"/><Relationship Id="R3ebe1c1c0f2d4744" Type="http://schemas.openxmlformats.org/officeDocument/2006/relationships/slideLayout" Target="../slideLayouts/slideLayout2.xml"/><Relationship Id="Rc57236e6804c4c78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3cac7ce1a5784fc2" Type="http://schemas.openxmlformats.org/officeDocument/2006/relationships/slideLayout" Target="../slideLayouts/slideLayout2.xml"/><Relationship Id="Rcf4b33911cfa4fe4" Type="http://schemas.openxmlformats.org/officeDocument/2006/relationships/notesSlide" Target="../notesSlides/notesSlide17.xml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8a2129b1666f4bb7" Type="http://schemas.openxmlformats.org/officeDocument/2006/relationships/slideLayout" Target="../slideLayouts/slideLayout2.xml"/><Relationship Id="R920b7452defa42cc" Type="http://schemas.openxmlformats.org/officeDocument/2006/relationships/notesSlide" Target="../notesSlides/notesSlide18.xml"/><Relationship Id="Rd2b1dc2f84ba473b" Type="http://schemas.openxmlformats.org/officeDocument/2006/relationships/image" Target="../media/image13.png"/><Relationship Id="rId4" Type="http://schemas.openxmlformats.org/officeDocument/2006/relationships/image" Target="../media/image26.png"/></Relationships>
</file>

<file path=ppt/slides/_rels/slide19.xml.rels><?xml version='1.0' encoding='UTF-8' standalone='yes'?>
<Relationships xmlns="http://schemas.openxmlformats.org/package/2006/relationships"><Relationship Id="R2cc18e83c7f744db" Type="http://schemas.openxmlformats.org/officeDocument/2006/relationships/slideLayout" Target="../slideLayouts/slideLayout2.xml"/><Relationship Id="R95675b9114444f03" Type="http://schemas.openxmlformats.org/officeDocument/2006/relationships/notesSlide" Target="../notesSlides/notesSlide19.xml"/><Relationship Id="Re75900df10bb4784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42b0d58480584a6a" Type="http://schemas.openxmlformats.org/officeDocument/2006/relationships/slideLayout" Target="../slideLayouts/slideLayout2.xml"/><Relationship Id="R7c64da06146f4261" Type="http://schemas.openxmlformats.org/officeDocument/2006/relationships/image" Target="../media/image15.png"/><Relationship Id="R9626e6bfc4164e5e" Type="http://schemas.openxmlformats.org/officeDocument/2006/relationships/notesSlide" Target="../notesSlides/notesSlide20.xml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45c59328eece4c3b" Type="http://schemas.openxmlformats.org/officeDocument/2006/relationships/slideLayout" Target="../slideLayouts/slideLayout2.xml"/><Relationship Id="R6915f6114c0d4881" Type="http://schemas.openxmlformats.org/officeDocument/2006/relationships/notesSlide" Target="../notesSlides/notesSlide21.xml"/><Relationship Id="R84d3ee05f0274867" Type="http://schemas.openxmlformats.org/officeDocument/2006/relationships/image" Target="../media/image16.png"/><Relationship Id="rId4" Type="http://schemas.openxmlformats.org/officeDocument/2006/relationships/image" Target="../media/image26.png"/></Relationships>
</file>

<file path=ppt/slides/_rels/slide22.xml.rels><?xml version='1.0' encoding='UTF-8' standalone='yes'?>
<Relationships xmlns="http://schemas.openxmlformats.org/package/2006/relationships"><Relationship Id="R7a4ff28916c7499a" Type="http://schemas.openxmlformats.org/officeDocument/2006/relationships/slideLayout" Target="../slideLayouts/slideLayout2.xml"/><Relationship Id="Rbd2d56ef07b94d35" Type="http://schemas.openxmlformats.org/officeDocument/2006/relationships/notesSlide" Target="../notesSlides/notesSlide22.xml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173f791d8aec410d" Type="http://schemas.openxmlformats.org/officeDocument/2006/relationships/slideLayout" Target="../slideLayouts/slideLayout2.xml"/><Relationship Id="Rd60b74a89e444ea7" Type="http://schemas.openxmlformats.org/officeDocument/2006/relationships/image" Target="../media/image17.png"/><Relationship Id="Re3d57342ac6c49a8" Type="http://schemas.openxmlformats.org/officeDocument/2006/relationships/notesSlide" Target="../notesSlides/notesSlide23.xml"/><Relationship Id="rId4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3da069da66994df7" Type="http://schemas.openxmlformats.org/officeDocument/2006/relationships/image" Target="../media/image18.png"/><Relationship Id="R3f10dea12f864dc1" Type="http://schemas.openxmlformats.org/officeDocument/2006/relationships/notesSlide" Target="../notesSlides/notesSlide24.xml"/><Relationship Id="R50e90fc203ce48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0fcd15a2d2b94e05" Type="http://schemas.openxmlformats.org/officeDocument/2006/relationships/image" Target="../media/image19.png"/><Relationship Id="R6c890f839a1e46f0" Type="http://schemas.openxmlformats.org/officeDocument/2006/relationships/slideLayout" Target="../slideLayouts/slideLayout2.xml"/><Relationship Id="Rb20a68ec743646b6" Type="http://schemas.openxmlformats.org/officeDocument/2006/relationships/notesSlide" Target="../notesSlides/notesSlide25.xml"/><Relationship Id="rId4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033158a808de49fb" Type="http://schemas.openxmlformats.org/officeDocument/2006/relationships/image" Target="../media/image20.png"/><Relationship Id="R2f97600b11e24d53" Type="http://schemas.openxmlformats.org/officeDocument/2006/relationships/notesSlide" Target="../notesSlides/notesSlide26.xml"/><Relationship Id="Rbd72569312844523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1ccd57fd425c4ea7" Type="http://schemas.openxmlformats.org/officeDocument/2006/relationships/slideLayout" Target="../slideLayouts/slideLayout2.xml"/><Relationship Id="Ree9658edfb804a8f" Type="http://schemas.openxmlformats.org/officeDocument/2006/relationships/notesSlide" Target="../notesSlides/notesSlide27.xml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84cfc2a30fa34ecc" Type="http://schemas.openxmlformats.org/officeDocument/2006/relationships/slideLayout" Target="../slideLayouts/slideLayout2.xml"/><Relationship Id="Raf6e3c3a94d0492d" Type="http://schemas.openxmlformats.org/officeDocument/2006/relationships/notesSlide" Target="../notesSlides/notesSlide28.xml"/><Relationship Id="Rf48dc73144ba432e" Type="http://schemas.openxmlformats.org/officeDocument/2006/relationships/image" Target="../media/image21.png"/><Relationship Id="rId4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509a0b7f70f04982" Type="http://schemas.openxmlformats.org/officeDocument/2006/relationships/notesSlide" Target="../notesSlides/notesSlide29.xml"/><Relationship Id="R73bb2cc5a3e34bd5" Type="http://schemas.openxmlformats.org/officeDocument/2006/relationships/slideLayout" Target="../slideLayouts/slideLayout2.xml"/><Relationship Id="R9fb3c1f54a8a4bd8" Type="http://schemas.openxmlformats.org/officeDocument/2006/relationships/image" Target="../media/image22.png"/><Relationship Id="rId4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1b92273d11cc4385" Type="http://schemas.openxmlformats.org/officeDocument/2006/relationships/slideLayout" Target="../slideLayouts/slideLayout2.xml"/><Relationship Id="R792a2bb6c8384501" Type="http://schemas.openxmlformats.org/officeDocument/2006/relationships/image" Target="../media/image23.png"/><Relationship Id="Re4d8745ddad24459" Type="http://schemas.openxmlformats.org/officeDocument/2006/relationships/notesSlide" Target="../notesSlides/notesSlide30.xml"/><Relationship Id="rId4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734db930565b4f18" Type="http://schemas.openxmlformats.org/officeDocument/2006/relationships/slideLayout" Target="../slideLayouts/slideLayout2.xml"/><Relationship Id="R946e55a3ad264e66" Type="http://schemas.openxmlformats.org/officeDocument/2006/relationships/image" Target="../media/image24.png"/><Relationship Id="Re88e7734e57642ea" Type="http://schemas.openxmlformats.org/officeDocument/2006/relationships/notesSlide" Target="../notesSlides/notesSlide31.xml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189f803d2ec84c26" Type="http://schemas.openxmlformats.org/officeDocument/2006/relationships/notesSlide" Target="../notesSlides/notesSlide32.xml"/><Relationship Id="R8024cc0de69e4e7d" Type="http://schemas.openxmlformats.org/officeDocument/2006/relationships/slideLayout" Target="../slideLayouts/slideLayout2.xml"/><Relationship Id="rId3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46df917a1b8a431b" Type="http://schemas.openxmlformats.org/officeDocument/2006/relationships/notesSlide" Target="../notesSlides/notesSlide33.xml"/><Relationship Id="Rf82fbceea2ec46dc" Type="http://schemas.openxmlformats.org/officeDocument/2006/relationships/slideLayout" Target="../slideLayouts/slideLayout2.xml"/><Relationship Id="rId3" Type="http://schemas.openxmlformats.org/officeDocument/2006/relationships/image" Target="../media/image26.pn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8" name="Picture 7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41D213E-D2C8-4470-87FE-1D85B969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42950"/>
            <a:ext cx="7334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EC3F6B"/>
                </a:solidFill>
              </a:defRPr>
            </a:pPr>
            <a:r>
              <a:rPr sz="1600" b="1">
                <a:solidFill>
                  <a:srgbClr val="EC3F6B"/>
                </a:solidFill>
              </a:rPr>
              <a:t>FOREST CODE · GTA-LINKED WORKED EXAMPLES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96CFC6-E504-4141-AB33-3D21F540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390650"/>
            <a:ext cx="7334250" cy="3143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000" b="1">
                <a:solidFill>
                  <a:srgbClr val="3D2A87"/>
                </a:solidFill>
              </a:rPr>
              <a:t>Six properties.</a:t>
            </a:r>
          </a:p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000" b="1">
                <a:solidFill>
                  <a:srgbClr val="3D2A87"/>
                </a:solidFill>
              </a:rPr>
              <a:t>Three source bases.</a:t>
            </a:r>
          </a:p>
          <a:p xmlns:a="http://schemas.openxmlformats.org/drawingml/2006/main">
            <a:pPr>
              <a:defRPr sz="4950" b="1">
                <a:solidFill>
                  <a:srgbClr val="3D2A87"/>
                </a:solidFill>
              </a:defRPr>
            </a:pPr>
            <a:r>
              <a:rPr sz="4000" b="1">
                <a:solidFill>
                  <a:srgbClr val="3D2A87"/>
                </a:solidFill>
              </a:rPr>
              <a:t>Every vector layer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7DE60D-299E-4137-B73A-13B3B29B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2476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B79D1-D5A2-494E-9E61-404A517A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86350"/>
            <a:ext cx="7334250" cy="1571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5D716C"/>
                </a:solidFill>
              </a:defRPr>
            </a:pPr>
            <a:r>
              <a:rPr sz="2025">
                <a:solidFill>
                  <a:srgbClr val="5D716C"/>
                </a:solidFill>
              </a:rPr>
              <a:t>Validated, Digital, and Proxy — one property above and one property up to four fiscal modules in each base, all linked to GTA and containing both forest and cerrado.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875A79-CC0B-45E9-8E39-64274D51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896100"/>
            <a:ext cx="7334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Mato Grosso · Final compliance model · 30 September 2026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14af72c9934aa1"/>
          <a:srcRect xmlns:a="http://schemas.openxmlformats.org/drawingml/2006/main" l="23754" t="0" r="2375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48750" y="0"/>
            <a:ext cx="9239250" cy="98869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ABD30-DB20-441C-B0F5-40A5EDBF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9886950"/>
            <a:ext cx="9239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Photo: UN PAGE · Mato Grosso Goes Green</a:t>
            </a:r>
          </a:p>
        </p:txBody>
      </p:sp>
    </p:spTree>
    <p:extLst>
      <p:ext uri="{BB962C8B-B14F-4D97-AF65-F5344CB8AC3E}">
        <p14:creationId xmlns:p14="http://schemas.microsoft.com/office/powerpoint/2010/main" val="20638610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7" name="Picture 26" descr="fluid-background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">
            <a:extLst xmlns:a="http://schemas.openxmlformats.org/drawingml/2006/main">
              <a:ext uri="{FF2B5EF4-FFF2-40B4-BE49-F238E27FC236}">
                <a16:creationId xmlns:a16="http://schemas.microsoft.com/office/drawing/2014/main" id="{315D359C-7951-4803-AE24-D9900AF4E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67640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The six examples satisfy the same selection 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6D5CF7-EDC1-4180-A832-EB41B6801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90600"/>
            <a:ext cx="73533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Each case is GTA-linked, has forest and cerrado &gt; 0 ha, and represents one source × size branch.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D667A0-661B-4EAA-8104-8D1B6DC05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6090E-02AC-4ABF-885B-DEAB78D18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D72"/>
                </a:solidFill>
              </a:defRPr>
            </a:pPr>
            <a:r>
              <a:rPr sz="2250" b="1">
                <a:solidFill>
                  <a:srgbClr val="147D72"/>
                </a:solidFill>
              </a:rPr>
              <a:t>SIMCAR Validated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F92D17-1A2C-40D3-9BA1-08534693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&gt; 4 modules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E7A02-964D-4FEA-9EE4-19CFF607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MT-5107602-4838366C339B49D69077F3DC87A8074C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574D12-CC03-4176-A073-CE0E6E7B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13.36 modules · 801.37 ha · 939 slaughter cattle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924302-E83C-4F02-B81D-3FF5B2CF5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102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≤ 4 modules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AD6745-EC64-48E2-BDDC-20BA874F8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341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MT-5106257-60F736EB772F4CF6A460A8D0BE0ADCBB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20D47-415F-49D4-B8E3-0DB6951F7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103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1.39 modules · 111.27 ha · 36 slaughter cattle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20A73F-E70B-4121-8BC1-F604847F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D72"/>
                </a:solidFill>
              </a:defRPr>
            </a:pPr>
            <a:r>
              <a:rPr sz="2250" b="1">
                <a:solidFill>
                  <a:srgbClr val="147D72"/>
                </a:solidFill>
              </a:rPr>
              <a:t>SIMCAR Digital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F28249-3351-4581-A8F4-B5D99B59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288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&gt; 4 modules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C74ACD-1E89-4C22-B818-E2F90040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527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MT-5107750-3D69A53C7D644B4098DE759BD0FE2AF1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1BFD9-60BC-44B1-A268-9836611E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289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19.54 modules · 1,564.00 ha · 2,131 slaughter cattle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8E817-C9E3-4D2A-9F4F-96479FDF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8102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≤ 4 modules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4E63B-78BF-4131-9AEA-22CE23D1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1341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MT-5102603-D132829CFF784C919A4FA35C7A5F32A5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AB4DEC-CAF3-459E-A440-7786F650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66103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3.54 modules · 283.08 ha · 588 slaughter cattle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553FD1-B622-47D8-B811-536BC960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16383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47D72"/>
                </a:solidFill>
              </a:defRPr>
            </a:pPr>
            <a:r>
              <a:rPr sz="2250" b="1">
                <a:solidFill>
                  <a:srgbClr val="147D72"/>
                </a:solidFill>
              </a:rPr>
              <a:t>SIMCAR Proxy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B4D3ED-38B4-4204-8BD7-B21D6013A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2288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&gt; 4 modules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92955B-1721-4EDF-B6DD-567B799F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5527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MT-5106828-23ABB407C9334E9F864BC6C07D00148C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42DEC-FE12-4EEA-AEC9-E5ED1FF2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0289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10.51 modules · 839.84 ha · 591 slaughter cattle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832278-748F-4597-9B94-8D5680AF1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810250"/>
            <a:ext cx="5429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≤ 4 modules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5F8A42-D5C5-41ED-95AF-9ECAD104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134100"/>
            <a:ext cx="5429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MT-5103304-CDD5B177BF43405FA86B66729E82F424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684A2D-A235-49D7-8C02-693502CF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610350"/>
            <a:ext cx="54292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1.87 modules · 186.59 ha · 121 slaughter cattle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2CCA3A-8125-4535-933A-2F2970F6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A4F9F4-3519-4245-8771-AD5FE8ED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986757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">
            <a:extLst xmlns:a="http://schemas.openxmlformats.org/drawingml/2006/main">
              <a:ext uri="{FF2B5EF4-FFF2-40B4-BE49-F238E27FC236}">
                <a16:creationId xmlns:a16="http://schemas.microsoft.com/office/drawing/2014/main" id="{44D0E635-FFE4-48E8-9236-CCD7F4FD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4B6052-912F-4124-9D68-A65BCFD5A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838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13.36 fiscal modules · GTA direct supplier · 939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616EE-13B4-4B53-82BB-DADDCB1BA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b6371c335149c7"/>
          <a:stretch xmlns:a="http://schemas.openxmlformats.org/drawingml/2006/main"/>
        </p:blipFill>
        <p:spPr>
          <a:xfrm xmlns:a="http://schemas.openxmlformats.org/drawingml/2006/main">
            <a:off x="2523163" y="1304925"/>
            <a:ext cx="8196282" cy="78962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E5D3AC-BF18-42FE-AAAA-34066747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288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27CEB6-F346-4CFE-86DF-EC8A1717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801.37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4A9672-4E7A-4997-883F-6F1F8C37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432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A09C6E-36E7-4AD3-9D7C-A17166378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552.09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14A3DC-C75F-4249-9BB9-F36C8FEC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577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8AEAD4-D214-41E2-9607-9FD07F8D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247.92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F90A8B-348A-4847-AA58-AE0BD109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72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32F932-2D27-4576-A0CD-17270B37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133.87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2171C-613A-4B1D-BAA7-72B0F0FC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86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640A43-C112-4097-8AD9-ABE2871C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395.23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DA43AD-0BB4-4BDA-99ED-39113F83F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4010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60199-F0CC-4909-B015-1E872ADA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301.01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23A32-1741-4523-BF92-C758E17B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9640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CAR: MT-5107602-4838366C339B49D69077F3DC87A8074C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E98D71-9ACE-4798-8332-1A338F483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B48FCC-3BA9-4213-B3DC-D10CAFDC2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1200" y="97155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134584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4">
            <a:extLst xmlns:a="http://schemas.openxmlformats.org/drawingml/2006/main">
              <a:ext uri="{FF2B5EF4-FFF2-40B4-BE49-F238E27FC236}">
                <a16:creationId xmlns:a16="http://schemas.microsoft.com/office/drawing/2014/main" id="{7558452E-5436-456D-BB64-16413443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13597-1414-4687-B37E-93AF8CD6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A87FEA-2774-4E34-8A1A-89D5943A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961f7dfec94e7d"/>
          <a:stretch xmlns:a="http://schemas.openxmlformats.org/drawingml/2006/main"/>
        </p:blipFill>
        <p:spPr>
          <a:xfrm xmlns:a="http://schemas.openxmlformats.org/drawingml/2006/main">
            <a:off x="323850" y="315810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077C34-6308-4827-B2BF-5E7DE50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4DA92-4936-482A-A892-31FF65B3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629250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5">
            <a:extLst xmlns:a="http://schemas.openxmlformats.org/drawingml/2006/main">
              <a:ext uri="{FF2B5EF4-FFF2-40B4-BE49-F238E27FC236}">
                <a16:creationId xmlns:a16="http://schemas.microsoft.com/office/drawing/2014/main" id="{26D7C67D-1001-48CD-91AA-FC509C9F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C03380-B20B-441F-B92C-43472E33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E900E9-A2F7-4147-9B5C-4783567F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010c14faf9468a"/>
          <a:stretch xmlns:a="http://schemas.openxmlformats.org/drawingml/2006/main"/>
        </p:blipFill>
        <p:spPr>
          <a:xfrm xmlns:a="http://schemas.openxmlformats.org/drawingml/2006/main">
            <a:off x="323850" y="322621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75FE37-30E1-4B76-9581-B7A5CE9F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539F1-1430-43E7-8A75-9229E072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985238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6">
            <a:extLst xmlns:a="http://schemas.openxmlformats.org/drawingml/2006/main">
              <a:ext uri="{FF2B5EF4-FFF2-40B4-BE49-F238E27FC236}">
                <a16:creationId xmlns:a16="http://schemas.microsoft.com/office/drawing/2014/main" id="{BFF9ABF8-3101-40F6-A95D-02FF8797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BF705C-8CC1-40D7-9C57-C2084927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B5EDF6-1D78-4134-8E6F-8D9BAC49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dbd134dcb94f8a"/>
          <a:stretch xmlns:a="http://schemas.openxmlformats.org/drawingml/2006/main"/>
        </p:blipFill>
        <p:spPr>
          <a:xfrm xmlns:a="http://schemas.openxmlformats.org/drawingml/2006/main">
            <a:off x="323850" y="345787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49AB2B-6AC0-4B0E-A87E-E04F02DF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BD6009-7A7E-4B88-9B1E-265DD543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114564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7">
            <a:extLst xmlns:a="http://schemas.openxmlformats.org/drawingml/2006/main">
              <a:ext uri="{FF2B5EF4-FFF2-40B4-BE49-F238E27FC236}">
                <a16:creationId xmlns:a16="http://schemas.microsoft.com/office/drawing/2014/main" id="{473F6BEC-4246-4A14-B009-F567B219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A3E47D-93CD-4B53-AE34-DD3772F5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F73B9-2FB5-47FF-B316-A1FDC713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A9931-8E3E-4C9C-BA83-D4C7403B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2BAEAC-5195-4A01-B0E3-761078E35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E8469-EF29-4E00-969B-FFCF58CC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528.44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7B6EF1-37E3-454B-9875-4F1E5682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616ABB-5ED8-45C8-8A9C-D1BE800A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528.44 ha − 133.87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DB7049-8EB1-4AA8-A838-CFF64DD7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394.57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2EA90-509E-4CD9-9DEE-5AF1787F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05C9CC-0DA5-4047-8E6A-4CE4E345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1D7CB1-E5D8-48A5-9B40-0B3E504D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1.82 ha restore · 392.75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CE6B9-5822-462C-B8B6-53CA7E75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BE1DD-0863-4EF1-9E87-D00D0C3C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20453-D8E1-4F76-A7A0-A37B59BF0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0.66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AD866E-2B53-4400-B815-145778BE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677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395.23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2F8C31-AD99-4401-81E5-D3B2BCE99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677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301.01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06430C-55B0-4D63-B5F6-D6FD4283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AF76E-D639-47F5-8CBE-26A919271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798163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8">
            <a:extLst xmlns:a="http://schemas.openxmlformats.org/drawingml/2006/main">
              <a:ext uri="{FF2B5EF4-FFF2-40B4-BE49-F238E27FC236}">
                <a16:creationId xmlns:a16="http://schemas.microsoft.com/office/drawing/2014/main" id="{D7EA2E77-A00A-49C8-B71E-E0649719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0859B9-0786-4FCE-BEB0-117299C3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6291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1.39 fiscal modules · GTA direct supplier · 36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73A612-B733-4D63-BDB1-DA5CC314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097eee36b4e14"/>
          <a:stretch xmlns:a="http://schemas.openxmlformats.org/drawingml/2006/main"/>
        </p:blipFill>
        <p:spPr>
          <a:xfrm xmlns:a="http://schemas.openxmlformats.org/drawingml/2006/main">
            <a:off x="1885873" y="1304925"/>
            <a:ext cx="9470861" cy="78962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E99BE-1D99-4A02-92DE-3DB9B71D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288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76C84-50EF-4DBD-BA0C-3C974DD1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111.27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DAB507-B441-4145-B758-E747226C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432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2DE21-3E25-4F3D-A53B-7074F5B2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95.53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19977F-D60A-4773-AA23-EC0D6FDAD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577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623A53-6E25-41AD-84A2-9570ED73A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15.73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FEE033-8A89-43FD-811C-CD5C4596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72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D208F-10D9-4FA9-B6D4-04086762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16.40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50AE2A-D033-46EA-BA61-255E185A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86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56BB1-E9F7-498A-87B6-33FEDD65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66.59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3EFC39-D732-4D46-897B-4DB780DB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4010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901E40-6F63-439E-9822-AA16FB8A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65.19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32FA74-01A2-4597-89C0-09AE5E88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9640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CAR: MT-5106257-60F736EB772F4CF6A460A8D0BE0ADCBB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A437EF-3E05-4FDD-B2EF-64B448D0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3EFCBF-B735-4209-84E5-98F0E365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1200" y="97155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737768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9">
            <a:extLst xmlns:a="http://schemas.openxmlformats.org/drawingml/2006/main">
              <a:ext uri="{FF2B5EF4-FFF2-40B4-BE49-F238E27FC236}">
                <a16:creationId xmlns:a16="http://schemas.microsoft.com/office/drawing/2014/main" id="{89E39209-E571-4038-8705-7B28D4A1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B5C147-7C0C-4296-96F0-A5DC87622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9F952A-1681-48ED-9582-527103AA3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96077b4c894eb8"/>
          <a:stretch xmlns:a="http://schemas.openxmlformats.org/drawingml/2006/main"/>
        </p:blipFill>
        <p:spPr>
          <a:xfrm xmlns:a="http://schemas.openxmlformats.org/drawingml/2006/main">
            <a:off x="323850" y="3179692"/>
            <a:ext cx="17640300" cy="451816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425FF-E8E4-49E2-B353-414B3B1F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2443C-AD05-4BB7-A4E3-32CEF36F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246005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0">
            <a:extLst xmlns:a="http://schemas.openxmlformats.org/drawingml/2006/main">
              <a:ext uri="{FF2B5EF4-FFF2-40B4-BE49-F238E27FC236}">
                <a16:creationId xmlns:a16="http://schemas.microsoft.com/office/drawing/2014/main" id="{B478CE16-745D-43C0-B596-70A7ED99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1D36F-0341-4B67-8B62-8528E160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12F53-5F61-4A71-B0A6-B0DECD78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6698993ac4fad"/>
          <a:stretch xmlns:a="http://schemas.openxmlformats.org/drawingml/2006/main"/>
        </p:blipFill>
        <p:spPr>
          <a:xfrm xmlns:a="http://schemas.openxmlformats.org/drawingml/2006/main">
            <a:off x="323850" y="3179692"/>
            <a:ext cx="17640300" cy="451816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38E2F-F114-4D6A-BA45-1096C19D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764F3-8385-48FC-8922-EBAFDDDF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377886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1">
            <a:extLst xmlns:a="http://schemas.openxmlformats.org/drawingml/2006/main">
              <a:ext uri="{FF2B5EF4-FFF2-40B4-BE49-F238E27FC236}">
                <a16:creationId xmlns:a16="http://schemas.microsoft.com/office/drawing/2014/main" id="{476F4401-22A8-4668-8A50-44CDD137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BD6710-7456-459D-A404-F63991FE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19B8DF-0D9C-4F5D-AAD8-8CE22CD67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895c1270204164"/>
          <a:stretch xmlns:a="http://schemas.openxmlformats.org/drawingml/2006/main"/>
        </p:blipFill>
        <p:spPr>
          <a:xfrm xmlns:a="http://schemas.openxmlformats.org/drawingml/2006/main">
            <a:off x="323850" y="3328540"/>
            <a:ext cx="17640300" cy="422047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8E779A-210C-4088-B1B0-1D52D01F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A24410-4F48-4CCA-9AA6-15416106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3158965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2">
            <a:extLst xmlns:a="http://schemas.openxmlformats.org/drawingml/2006/main">
              <a:ext uri="{FF2B5EF4-FFF2-40B4-BE49-F238E27FC236}">
                <a16:creationId xmlns:a16="http://schemas.microsoft.com/office/drawing/2014/main" id="{1AB34853-ED14-4919-90EB-F5028A34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Validated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AFFC9F-6ABD-45D0-AC59-C92DDB79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20802-8BCD-4C1D-B684-A5D9E47B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B9425-DFEF-4012-BF7A-39786F6B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A7BFBF-D52D-42BE-BC6B-E4B38A9C3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6806A-F26C-4978-BDD7-9F8E43C0B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80.18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88845-6EA2-42E9-859A-3847CEDC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350426-56F9-4BEC-9E98-8D9AF718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80.18 ha − 16.40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94C074-7BCF-4ACF-BACA-251DDEDB5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63.78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8849B7-E188-4E86-B975-D7352E2C5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873A89-9D00-450A-A3FB-A2B336D1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AB402-F272-4BFD-BEA5-26F256B4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58.79 ha restore · 4.98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BE0819-5B94-45E8-A395-C7A182FE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491D7-D019-4F29-8078-FC01B3033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9E136-CE55-4A9B-A8DF-3AD40B55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2.81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0A9397-4D0E-4C17-B73F-614E19197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677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66.59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A98E25-C325-4BE4-B0D4-3269C7014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677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65.19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95AB3E-CA69-472F-A36F-6B6E6AA12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D372D3-42E7-4EA2-80B0-43A10B42C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080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3">
            <a:extLst xmlns:a="http://schemas.openxmlformats.org/drawingml/2006/main">
              <a:ext uri="{FF2B5EF4-FFF2-40B4-BE49-F238E27FC236}">
                <a16:creationId xmlns:a16="http://schemas.microsoft.com/office/drawing/2014/main" id="{9621DF0D-5BFB-49C2-8C19-0AB522BC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F8BABE-CBC4-4F83-875D-DC1F4232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9720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19.54 fiscal modules · GTA direct supplier · 2,131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F54DEA-1945-43BD-807B-55AEE183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99253bd9534502"/>
          <a:stretch xmlns:a="http://schemas.openxmlformats.org/drawingml/2006/main"/>
        </p:blipFill>
        <p:spPr>
          <a:xfrm xmlns:a="http://schemas.openxmlformats.org/drawingml/2006/main">
            <a:off x="3060106" y="1304925"/>
            <a:ext cx="7122395" cy="78962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B9F5A2-E353-4713-AA17-688BA58D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288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3C3D6-0659-4625-92BC-EBFC65DFF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1,564.00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4CA513-DA87-49A5-85FB-E6AE8475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432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91589-A1F8-4FC1-A478-732B826EB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1,502.11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C128A-24EA-4C61-9ED6-6CA5CA08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577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430CCF-4301-40B2-BDC2-102B81360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61.89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A5595-E928-486F-98E9-65599AB6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72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E6B339-643E-495B-BF47-B0A29934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162.98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C4E0D7-CF7F-4E3E-9AB6-99E8D5ED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86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2DE81-0683-47B9-8167-64695868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1,076.81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AFF1F-152E-48EF-9235-E9199AC8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4010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BFFD14-3822-4CA3-A25B-93CF3A82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929.67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8BB56-C03E-4863-99AC-A2DE390D3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9640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CAR: MT-5107750-3D69A53C7D644B4098DE759BD0FE2AF1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A8A37C-740E-4495-8DF3-A79582FC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07042A-DD97-41AB-B8F5-FB52F7EB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1200" y="97155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5145379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4">
            <a:extLst xmlns:a="http://schemas.openxmlformats.org/drawingml/2006/main">
              <a:ext uri="{FF2B5EF4-FFF2-40B4-BE49-F238E27FC236}">
                <a16:creationId xmlns:a16="http://schemas.microsoft.com/office/drawing/2014/main" id="{572BE7A9-99F9-40A8-B91E-37B134145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668229-1DBD-49BE-ACE6-144D07BC4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32BC52-D08E-4A8E-8890-21B1EB76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bc54d4d72a4b39"/>
          <a:stretch xmlns:a="http://schemas.openxmlformats.org/drawingml/2006/main"/>
        </p:blipFill>
        <p:spPr>
          <a:xfrm xmlns:a="http://schemas.openxmlformats.org/drawingml/2006/main">
            <a:off x="323850" y="3113103"/>
            <a:ext cx="17640300" cy="465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4EBE7-B93D-4954-AA82-F4C207EC9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34FE77-CFDF-4688-BBEA-C29D9E5F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6110421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5">
            <a:extLst xmlns:a="http://schemas.openxmlformats.org/drawingml/2006/main">
              <a:ext uri="{FF2B5EF4-FFF2-40B4-BE49-F238E27FC236}">
                <a16:creationId xmlns:a16="http://schemas.microsoft.com/office/drawing/2014/main" id="{9F599988-F31B-4211-94DD-58A43C9A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3C389-BBE9-4310-A303-0FA89D07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78C512-0DDE-4BEC-AC23-A98FEF76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3d846ead2a4344"/>
          <a:stretch xmlns:a="http://schemas.openxmlformats.org/drawingml/2006/main"/>
        </p:blipFill>
        <p:spPr>
          <a:xfrm xmlns:a="http://schemas.openxmlformats.org/drawingml/2006/main">
            <a:off x="323850" y="3244002"/>
            <a:ext cx="17640300" cy="438954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0DD1A-4708-4DFD-9758-0DB57683E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1504F-35D9-4ED5-B19F-019F95379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07795751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6">
            <a:extLst xmlns:a="http://schemas.openxmlformats.org/drawingml/2006/main">
              <a:ext uri="{FF2B5EF4-FFF2-40B4-BE49-F238E27FC236}">
                <a16:creationId xmlns:a16="http://schemas.microsoft.com/office/drawing/2014/main" id="{6E6710EB-FA81-4947-9096-4A9F1137F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B26AC6-D930-4D82-BFAF-E2E1CBA4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D88038-12BF-4532-A51B-7324AB76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7236e6804c4c78"/>
          <a:stretch xmlns:a="http://schemas.openxmlformats.org/drawingml/2006/main"/>
        </p:blipFill>
        <p:spPr>
          <a:xfrm xmlns:a="http://schemas.openxmlformats.org/drawingml/2006/main">
            <a:off x="323850" y="3483830"/>
            <a:ext cx="17640300" cy="3909891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1B6F28-062A-49A2-A03E-BDAD2DF36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30E2A3-FA2F-45AC-8886-43A050A68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861764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7">
            <a:extLst xmlns:a="http://schemas.openxmlformats.org/drawingml/2006/main">
              <a:ext uri="{FF2B5EF4-FFF2-40B4-BE49-F238E27FC236}">
                <a16:creationId xmlns:a16="http://schemas.microsoft.com/office/drawing/2014/main" id="{E78696F9-317B-48EF-B1B1-EC7D4D73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6C7235-25B1-41CD-A698-B3487F80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DA2320-B743-49D2-AD54-33824D1F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B4C7B-C29E-46FA-ABF2-87E33A5F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684BCB-3C15-43F0-BB50-80BEA31E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4D9D9-A2B4-4926-A54B-CBC29032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1,223.35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E1D512-4A23-4F14-A1C6-D31CF570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DB26B-FADC-40CF-911E-37850500C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1,223.35 ha − 162.98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B65396-D3F9-46BE-B404-57C036A6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1,060.36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E5559-5E4B-41F0-90B5-B73D7123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406A2A-19F0-48F0-A79C-3D25A9DC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C380B9-9756-4D10-960F-EF0A4E221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0.07 ha restore · 1,060.29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292205-ED71-4D84-A597-4CD8F590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8FA611-A348-4029-BC9E-17DC26110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1BC61-A092-4AEA-A1FD-95561D14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16.44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583918-96D3-4D05-BD29-7E3CD753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677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1,076.81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9C2B05-C7CC-4246-A36A-43211732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677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929.67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216F40-58CA-4198-953E-271712E4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2D43C9-8DA9-4F8B-A887-C72B4943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52630702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8">
            <a:extLst xmlns:a="http://schemas.openxmlformats.org/drawingml/2006/main">
              <a:ext uri="{FF2B5EF4-FFF2-40B4-BE49-F238E27FC236}">
                <a16:creationId xmlns:a16="http://schemas.microsoft.com/office/drawing/2014/main" id="{B6FD2B41-DF4C-4C15-99B0-061978FA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A77E4C-96B3-4B3C-A05B-8F373F46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7434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3.54 fiscal modules · GTA direct supplier · 588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0D91DB-EAE7-4D58-87FC-A76AC6F4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b1dc2f84ba473b"/>
          <a:stretch xmlns:a="http://schemas.openxmlformats.org/drawingml/2006/main"/>
        </p:blipFill>
        <p:spPr>
          <a:xfrm xmlns:a="http://schemas.openxmlformats.org/drawingml/2006/main">
            <a:off x="2523163" y="1304925"/>
            <a:ext cx="8196282" cy="78962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C94E76-6023-4EB7-BAF9-D0B8CCA95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288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22299-414C-4942-AA50-BAC782C0E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283.08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EB31B-AC7C-4B4C-BCE4-2A9134A3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432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B484CE-FE6B-4420-B1EE-AC381C37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127.12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7B48E1-8D41-4C0E-B05B-F72645D0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577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3A108-C407-496B-A9D2-6454FBEBE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155.96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957417-8390-47AB-A4E2-DD588367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72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35CB81-EC99-4B7E-BB9B-5D41AF39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52.15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9D9CBE-E8D8-4EC4-A07B-1B136105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86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1FA833-1778-437D-AD19-E3C6CB24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104.30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A43AEC-92E6-4732-86B4-9E5C9DBB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4010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510363-649B-4AE6-9D69-CE9BFB70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76.44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392F81-48D0-43B0-B089-0A8771FB9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9640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CAR: MT-5102603-D132829CFF784C919A4FA35C7A5F32A5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825903-72CE-4E9F-91B3-D51F9A03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64B88B-D415-4243-9668-1A3C3F85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1200" y="97155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29087516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19">
            <a:extLst xmlns:a="http://schemas.openxmlformats.org/drawingml/2006/main">
              <a:ext uri="{FF2B5EF4-FFF2-40B4-BE49-F238E27FC236}">
                <a16:creationId xmlns:a16="http://schemas.microsoft.com/office/drawing/2014/main" id="{29362DCB-E29F-49B9-8A84-23C98C6B2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03FE9-09EF-4B1F-A2EF-D15C0307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32CF08-E45C-4951-B788-5BD5AD3C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900df10bb4784"/>
          <a:stretch xmlns:a="http://schemas.openxmlformats.org/drawingml/2006/main"/>
        </p:blipFill>
        <p:spPr>
          <a:xfrm xmlns:a="http://schemas.openxmlformats.org/drawingml/2006/main">
            <a:off x="323850" y="315810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5699E-5ACA-4EF1-9C5A-8FAD73AE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57D00-F51F-4669-AC2F-4373DE2E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52714115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0">
            <a:extLst xmlns:a="http://schemas.openxmlformats.org/drawingml/2006/main">
              <a:ext uri="{FF2B5EF4-FFF2-40B4-BE49-F238E27FC236}">
                <a16:creationId xmlns:a16="http://schemas.microsoft.com/office/drawing/2014/main" id="{590E5D6B-D252-4A66-8706-8FDDF714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3929AD-76D2-4A68-A4A5-3E937600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204B37-CC02-43EE-9162-39A5CDDC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64da06146f4261"/>
          <a:stretch xmlns:a="http://schemas.openxmlformats.org/drawingml/2006/main"/>
        </p:blipFill>
        <p:spPr>
          <a:xfrm xmlns:a="http://schemas.openxmlformats.org/drawingml/2006/main">
            <a:off x="323850" y="322621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EB9FF1-EA58-4F81-823E-8598C1B0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4ADD5B-B394-4708-A476-6009FF5B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59754670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1">
            <a:extLst xmlns:a="http://schemas.openxmlformats.org/drawingml/2006/main">
              <a:ext uri="{FF2B5EF4-FFF2-40B4-BE49-F238E27FC236}">
                <a16:creationId xmlns:a16="http://schemas.microsoft.com/office/drawing/2014/main" id="{C1B43982-D98B-4D92-89CB-893E44B1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E292ED-E69C-48E1-8E31-25C2A4035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244B65-9D45-4B79-9A7B-E8198650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d3ee05f0274867"/>
          <a:stretch xmlns:a="http://schemas.openxmlformats.org/drawingml/2006/main"/>
        </p:blipFill>
        <p:spPr>
          <a:xfrm xmlns:a="http://schemas.openxmlformats.org/drawingml/2006/main">
            <a:off x="323850" y="345787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3AAE2C-7C12-4162-A9E4-194BDE61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636FFF-3F95-47D1-B792-280205E3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55447903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2">
            <a:extLst xmlns:a="http://schemas.openxmlformats.org/drawingml/2006/main">
              <a:ext uri="{FF2B5EF4-FFF2-40B4-BE49-F238E27FC236}">
                <a16:creationId xmlns:a16="http://schemas.microsoft.com/office/drawing/2014/main" id="{E39E401C-7030-4C08-837F-E4E8B557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Digital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B8F18-B89C-414A-93A0-5B79863F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69384A-BF23-4DC7-9CA2-4A7248AF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810D8-604E-49CA-9492-DE0E67B4C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BCCE7B-3DC7-4AB7-AA75-46B7BDEE1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858EE-4965-400E-AE2D-3EB826DB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154.64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D42609-7242-4649-B4F0-69BB94CE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2E26EB-F951-4031-84B4-DF9EDC21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154.64 ha − 52.15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3CBD58-9236-4EFB-B0EB-A4DB48A50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102.50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F58C2-0601-4072-9719-98FE0F35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A73063-E795-41BC-8B9B-C23373A6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3D2E92-51D8-4CCF-A55C-7C677F8C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18.96 ha restore · 83.54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69BE3-8760-431D-B19D-2FDB62E7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646D23-61F3-4F72-BEAA-43EDA49B5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8DE454-2751-4D2D-8BE4-F0841F70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1.80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936D3-2044-4265-A684-E833597CD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677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104.30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722573-757B-4D77-8FFA-1BA90A5D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677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76.44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444BD2-10A9-40E9-923A-4F3D39597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66BD3-D1AC-49EE-B86B-BD181E614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610025398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3">
            <a:extLst xmlns:a="http://schemas.openxmlformats.org/drawingml/2006/main">
              <a:ext uri="{FF2B5EF4-FFF2-40B4-BE49-F238E27FC236}">
                <a16:creationId xmlns:a16="http://schemas.microsoft.com/office/drawing/2014/main" id="{F685EF38-0EC0-4814-921F-0B547889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BB48B9-5ED6-444A-B007-F91F287B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838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10.51 fiscal modules · GTA direct supplier · 591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B5FF3-4EB0-4FA8-9804-0108E5922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b74a89e444ea7"/>
          <a:stretch xmlns:a="http://schemas.openxmlformats.org/drawingml/2006/main"/>
        </p:blipFill>
        <p:spPr>
          <a:xfrm xmlns:a="http://schemas.openxmlformats.org/drawingml/2006/main">
            <a:off x="2523163" y="1304925"/>
            <a:ext cx="8196282" cy="78962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C26D71-1D8F-4B20-943E-95CA78453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288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8A5F3-8F8B-4577-9EAD-1512AB43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839.84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BC25F1-FDB4-4450-80A2-F29007B97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432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067EC0-EE46-42BB-BB87-BF21769C9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721.30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63DA53-C6D0-4AE5-B7CF-90575EBC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577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B3E51-FF89-4FBA-92A6-29BF3739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118.54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5DB0BB-29EF-41BE-B910-9031AB17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72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C1F68-5DF2-4E9D-ABC6-03AD4ECA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277.93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A99676-9A5A-4994-9E0D-ECF572C9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86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AC650A-2141-4A52-B9F5-1C171CCB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138.98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C7DAED-7B2D-47BF-92F2-7AAE279DE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4010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ACC663-BF8E-4A95-A575-B76A21A21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114.19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1FE6BA-8056-4540-883A-82DD8F70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9640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CAR: MT-5106828-23ABB407C9334E9F864BC6C07D00148C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87839-B1A1-4F5F-B5C3-A35A30CC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D6666C-9F7A-472F-AD00-0D11F55B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1200" y="97155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84081719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4">
            <a:extLst xmlns:a="http://schemas.openxmlformats.org/drawingml/2006/main">
              <a:ext uri="{FF2B5EF4-FFF2-40B4-BE49-F238E27FC236}">
                <a16:creationId xmlns:a16="http://schemas.microsoft.com/office/drawing/2014/main" id="{258F8004-ABC9-4564-914E-81BF1AE37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52D3C1-77B5-4266-BDF3-10050093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99C23-98B8-4A8F-A2A4-4BBB225A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a069da66994df7"/>
          <a:stretch xmlns:a="http://schemas.openxmlformats.org/drawingml/2006/main"/>
        </p:blipFill>
        <p:spPr>
          <a:xfrm xmlns:a="http://schemas.openxmlformats.org/drawingml/2006/main">
            <a:off x="323850" y="3158103"/>
            <a:ext cx="17640300" cy="456134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B013A9-06E3-4BDB-8E2C-37A9D8E5A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C07977-9007-480D-A233-E4EAC371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492898216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5">
            <a:extLst xmlns:a="http://schemas.openxmlformats.org/drawingml/2006/main">
              <a:ext uri="{FF2B5EF4-FFF2-40B4-BE49-F238E27FC236}">
                <a16:creationId xmlns:a16="http://schemas.microsoft.com/office/drawing/2014/main" id="{7DFAAE82-7B60-484E-83DE-92572891C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33517-CD32-4CBE-B8B4-37BD0ACC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45747-969F-4534-B180-A7CDB00C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d15a2d2b94e05"/>
          <a:stretch xmlns:a="http://schemas.openxmlformats.org/drawingml/2006/main"/>
        </p:blipFill>
        <p:spPr>
          <a:xfrm xmlns:a="http://schemas.openxmlformats.org/drawingml/2006/main">
            <a:off x="323850" y="3226212"/>
            <a:ext cx="17640300" cy="4425126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4ECD8-3026-43F2-87F3-650CDEB6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45A8DA-0C61-450B-A726-1CA243EB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2502884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6">
            <a:extLst xmlns:a="http://schemas.openxmlformats.org/drawingml/2006/main">
              <a:ext uri="{FF2B5EF4-FFF2-40B4-BE49-F238E27FC236}">
                <a16:creationId xmlns:a16="http://schemas.microsoft.com/office/drawing/2014/main" id="{5BBBE598-4659-488D-AA30-E94049685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0A6034-65E3-4641-8976-A73748A3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68EEF4-DA1D-4DE5-AE9F-024BCD48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158a808de49fb"/>
          <a:stretch xmlns:a="http://schemas.openxmlformats.org/drawingml/2006/main"/>
        </p:blipFill>
        <p:spPr>
          <a:xfrm xmlns:a="http://schemas.openxmlformats.org/drawingml/2006/main">
            <a:off x="323850" y="3457873"/>
            <a:ext cx="17640300" cy="3961803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78334-3651-4CEB-98DC-9BC71A8B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E69048-549F-451D-8256-9A84216D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0776603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7">
            <a:extLst xmlns:a="http://schemas.openxmlformats.org/drawingml/2006/main">
              <a:ext uri="{FF2B5EF4-FFF2-40B4-BE49-F238E27FC236}">
                <a16:creationId xmlns:a16="http://schemas.microsoft.com/office/drawing/2014/main" id="{BE904B3D-C2B3-4D0E-AA5F-925F30A2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&gt;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43BEE4-CEBE-4FD0-A57A-778E5730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Article 68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D7F15E-2D1C-4FE1-80D6-1D0604D6C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17336-6A94-48E2-80C9-B2DAC0E1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Article 68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CF3CB-7357-4B10-A348-633CF246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IF vegetation 2000 ≥ historical floor → floor; ELSE → Article 12 ceiling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EDD29-0957-40CE-9188-4D57C2EE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384.36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71247B-0431-4D83-A6C5-92BFE94D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52D54D-86F8-4378-85D7-9EFE98AA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384.36 ha − 277.93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49C04D-C363-4835-BA28-933113198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106.43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512E1-6113-464C-B8D2-0A7A748B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1046FB-53F7-4F1A-B6B9-16FD0478F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0FF6CF-4361-4B32-9D46-47C6381B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106.43 ha restore · 0.00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AE3155-84C0-4237-8090-CE9A4A57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85C8F-BBF3-4CED-BC41-59CD9FB8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DD7831-4EA1-4C90-9BA8-73DAFE5E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47D72"/>
                </a:solidFill>
              </a:defRPr>
            </a:pPr>
            <a:r>
              <a:rPr sz="1725" b="1">
                <a:solidFill>
                  <a:srgbClr val="147D72"/>
                </a:solidFill>
              </a:rPr>
              <a:t>= 32.55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4CE257-7950-4792-8EC2-C47EFE853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677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138.98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F298E2-08F9-45E1-99C4-7B52BD68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677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114.19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AC36EB-B770-49AB-A613-524A2B0E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BA6B1B-A679-42E1-9EA2-A4AC57A7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795632635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8">
            <a:extLst xmlns:a="http://schemas.openxmlformats.org/drawingml/2006/main">
              <a:ext uri="{FF2B5EF4-FFF2-40B4-BE49-F238E27FC236}">
                <a16:creationId xmlns:a16="http://schemas.microsoft.com/office/drawing/2014/main" id="{7EECB972-FD67-4533-9615-E26CB3524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"/>
            <a:ext cx="173736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property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61BDC-40DA-4533-9F2B-0729998F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62000"/>
            <a:ext cx="474345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1.87 fiscal modules · GTA direct supplier · 121 slaughter cattle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3F1DF-5992-4113-B504-BCB204A8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239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8dc73144ba432e"/>
          <a:stretch xmlns:a="http://schemas.openxmlformats.org/drawingml/2006/main"/>
        </p:blipFill>
        <p:spPr>
          <a:xfrm xmlns:a="http://schemas.openxmlformats.org/drawingml/2006/main">
            <a:off x="2038879" y="1304925"/>
            <a:ext cx="9164849" cy="78962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53057-221E-422E-88EB-B56C0350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18288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Property area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94E6C2-35BE-4692-8660-87D49DBB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18097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186.59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E9AE17-B439-4AB8-925F-B3BADA45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31432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Forest formation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83CAC6-CD20-41FC-B56F-E6E08D9F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31242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183.31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7D02D-2C2C-4542-BBA9-F440D3D9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44577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Cerrado formation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2374AE-522E-49CA-8DE7-CE8C7D6E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44386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3.28 ha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42B62-CA93-43ED-9EE9-2CC9CFD4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57721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Current native vegetation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C9FFE3-F3C9-4E7C-BE7D-8390EC02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57531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43.83 ha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A19CE1-227A-4C44-9361-129A1BB0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708660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 liability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ACA56F-25A4-4BFA-8314-D578F4794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706755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122.74 ha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C53C9-6723-4A5B-B3E2-2A5A7260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06400" y="8401050"/>
            <a:ext cx="2628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 vegetation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72448A-18AF-4997-A885-2FB9CF98F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5300" y="8382000"/>
            <a:ext cx="1943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107.65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0A5E1-4DCB-4318-A008-ED718623A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296400"/>
            <a:ext cx="17373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CAR: MT-5103304-CDD5B177BF43405FA86B66729E82F424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CC1A71-648D-4C2F-B011-2B7CCC821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964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B22898-06A8-4F09-8467-84A7C516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1200" y="97155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58568763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29">
            <a:extLst xmlns:a="http://schemas.openxmlformats.org/drawingml/2006/main">
              <a:ext uri="{FF2B5EF4-FFF2-40B4-BE49-F238E27FC236}">
                <a16:creationId xmlns:a16="http://schemas.microsoft.com/office/drawing/2014/main" id="{532BE977-F5BF-490E-8861-62838FC7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Legal Reserve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170A9-ECF4-4863-BBBA-62C4C13E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762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RADAM, current native vegetation, and secondary vegetation.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96681E-D4B1-43F2-96F3-95CAFEC6F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3c1f54a8a4bd8"/>
          <a:stretch xmlns:a="http://schemas.openxmlformats.org/drawingml/2006/main"/>
        </p:blipFill>
        <p:spPr>
          <a:xfrm xmlns:a="http://schemas.openxmlformats.org/drawingml/2006/main">
            <a:off x="323850" y="3216230"/>
            <a:ext cx="17640300" cy="444509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D37713-E7D7-485E-A145-EE2DD2446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B9BFB-4FDD-4CCE-B1AE-09187279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102030055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0">
            <a:extLst xmlns:a="http://schemas.openxmlformats.org/drawingml/2006/main">
              <a:ext uri="{FF2B5EF4-FFF2-40B4-BE49-F238E27FC236}">
                <a16:creationId xmlns:a16="http://schemas.microsoft.com/office/drawing/2014/main" id="{F0980905-0A61-49B8-9FB6-DAF7B329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Temporal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82874C-4EBC-41B7-8F22-F8506D18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48768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The 2000 and 2008 cut-offs and post-2008 alternative land use.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FA4EC-4A96-41ED-9112-08B625B2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2a2bb6c8384501"/>
          <a:stretch xmlns:a="http://schemas.openxmlformats.org/drawingml/2006/main"/>
        </p:blipFill>
        <p:spPr>
          <a:xfrm xmlns:a="http://schemas.openxmlformats.org/drawingml/2006/main">
            <a:off x="323850" y="3216230"/>
            <a:ext cx="17640300" cy="444509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72B02C-6DD4-468B-A0BC-88FF606B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2D18B-4975-40E9-BAB6-842326CF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035385412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7" name="Picture 6" descr="fluid-background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1">
            <a:extLst xmlns:a="http://schemas.openxmlformats.org/drawingml/2006/main">
              <a:ext uri="{FF2B5EF4-FFF2-40B4-BE49-F238E27FC236}">
                <a16:creationId xmlns:a16="http://schemas.microsoft.com/office/drawing/2014/main" id="{53ABE47A-51AA-4124-8383-C6FBA36B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450"/>
            <a:ext cx="176403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APP vector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8030E9-D336-405C-8B20-254D23AC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04850"/>
            <a:ext cx="5334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APP extent, vegetation relevant to APP, and pre-/post-2008 liabilities.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84F5CF-24F7-457E-B6F6-62E85F80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pic>
        <p:nvPicPr>
          <p:cNvPr id="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e55a3ad264e66"/>
          <a:stretch xmlns:a="http://schemas.openxmlformats.org/drawingml/2006/main"/>
        </p:blipFill>
        <p:spPr>
          <a:xfrm xmlns:a="http://schemas.openxmlformats.org/drawingml/2006/main">
            <a:off x="323850" y="3281252"/>
            <a:ext cx="17640300" cy="431504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89E8C-4C0B-4356-9A44-7ADD7F91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753600"/>
            <a:ext cx="30861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Zero ha = source checked; no intersecting feature.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3399A9-8F28-4287-8CC5-7A841C6F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92650" y="9772650"/>
            <a:ext cx="571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69930154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20" name="Picture 19" descr="fluid-background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2">
            <a:extLst xmlns:a="http://schemas.openxmlformats.org/drawingml/2006/main">
              <a:ext uri="{FF2B5EF4-FFF2-40B4-BE49-F238E27FC236}">
                <a16:creationId xmlns:a16="http://schemas.microsoft.com/office/drawing/2014/main" id="{2A78BB2C-487A-44C1-9E5A-15D1F3DE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SIMCAR Proxy · ≤ 4 modules · calculation chain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BD6E6D-885B-4281-92BB-18A85505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66294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Article 67 selects the LR requirement; APP and secondary vegetation remain separate.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9459F-2690-474C-924F-A3DDDA95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3F6B"/>
          </a:solidFill>
          <a:ln xmlns:a="http://schemas.openxmlformats.org/drawingml/2006/main" w="0">
            <a:solidFill>
              <a:srgbClr val="EC3F6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5DC8F6-FA7C-49C0-9BC5-1D3D534E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Article 67 requirement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D4087-3845-4B16-9BCE-0A81339E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MIN(Article 12 ceiling, vegetation in 2008)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085D2-22D7-4B9C-ABB6-780D34E0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147.79 ha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8049BB-E5AA-4625-90A8-A0C1512B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7335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Legal Reserve deficit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93A5E-3FB6-494B-B44F-3D650337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0193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147.79 ha − 43.83 ha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E1507B-922B-436F-A320-E87C2EB7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38125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103.96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8708AC-8297-41A3-A7E9-621A47FF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LR pathway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6C3CE1-DC65-45AB-A604-D1FAFC3E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Restore = MIN(post-2008 clearing, LR deficit)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88349-F8B4-4654-822F-8498F0172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103.96 ha restore · 0.00 ha compensate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EE570A-5662-48B1-84EF-E37E517C2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048250"/>
            <a:ext cx="78867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APP restoration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9E16F-FA6C-4722-B8BB-D53E68D0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334000"/>
            <a:ext cx="7886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3D2A87"/>
                </a:solidFill>
              </a:defRPr>
            </a:pPr>
            <a:r>
              <a:rPr sz="1600">
                <a:solidFill>
                  <a:srgbClr val="3D2A87"/>
                </a:solidFill>
              </a:rPr>
              <a:t>Pre-2008 component after cap + post-2008 APP clearing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2C7315-DE40-4E78-AF1C-2DC5037E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676900"/>
            <a:ext cx="78867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2C94C"/>
                </a:solidFill>
              </a:defRPr>
            </a:pPr>
            <a:r>
              <a:rPr sz="1725" b="1">
                <a:solidFill>
                  <a:srgbClr val="F2C94C"/>
                </a:solidFill>
              </a:rPr>
              <a:t>= 18.78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44A3C6-523C-4352-A7E7-29704D5A2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267700"/>
            <a:ext cx="68770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625" b="1">
                <a:solidFill>
                  <a:srgbClr val="EC3F6B"/>
                </a:solidFill>
              </a:defRPr>
            </a:pPr>
            <a:r>
              <a:rPr sz="2625" b="1">
                <a:solidFill>
                  <a:srgbClr val="EC3F6B"/>
                </a:solidFill>
              </a:rPr>
              <a:t>BASELINE  122.74 ha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6429D8-08F5-4CEE-AF50-D2DEDD3A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8267700"/>
            <a:ext cx="9620250" cy="619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72"/>
                </a:solidFill>
              </a:defRPr>
            </a:pPr>
            <a:r>
              <a:rPr sz="2400" b="1">
                <a:solidFill>
                  <a:srgbClr val="147D72"/>
                </a:solidFill>
              </a:rPr>
              <a:t>WITH SECONDARY  107.65 ha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5F0D62-99A0-4278-95DB-9D8DC5F7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1D8E3A-BC01-4390-A8B7-FC4110E8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17961033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 xmlns:a="http://schemas.openxmlformats.org/drawingml/2006/main" xmlns:r="http://schemas.openxmlformats.org/officeDocument/2006/relationships">
        <p:nvPicPr>
          <p:cNvPr id="42" name="Picture 41" descr="fluid-background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" name="title-33">
            <a:extLst xmlns:a="http://schemas.openxmlformats.org/drawingml/2006/main">
              <a:ext uri="{FF2B5EF4-FFF2-40B4-BE49-F238E27FC236}">
                <a16:creationId xmlns:a16="http://schemas.microsoft.com/office/drawing/2014/main" id="{B0150B50-D39F-437F-982A-BB2531C8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"/>
            <a:ext cx="167259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3D2A87"/>
                </a:solidFill>
              </a:defRPr>
            </a:pPr>
            <a:r>
              <a:rPr sz="3000" b="1">
                <a:solidFill>
                  <a:srgbClr val="3D2A87"/>
                </a:solidFill>
              </a:rPr>
              <a:t>What the six examples make visible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D746A-C773-4935-A30E-70FD294D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56769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Source-specific vector inputs feed the same legal calculation architecture.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47AD62-1FB6-4263-925E-93E3BA21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104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B8B5"/>
          </a:solidFill>
          <a:ln xmlns:a="http://schemas.openxmlformats.org/drawingml/2006/main" w="0">
            <a:solidFill>
              <a:srgbClr val="11B8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78974-52B8-47CB-921F-1FEC7825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&gt; 4 modules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3953A1-9E59-4E1A-8756-9D5912A8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336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MT-5107602-4838366C…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4ECD0-EEF4-428F-8A74-EF6EEFCE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B8FCC8-3179-4497-B0EC-1BD0C3C5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909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395.23 ha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380B03-7F69-4931-A5F0-532C52219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672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FEB19-CD88-4507-B93B-32C9DCDE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6482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301.01 ha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4FC85C-F1C5-4972-BD26-378084A91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245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≤ 4 modules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607F5-3C9B-48CC-958F-A2ED12E2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9245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MT-5106257-60F736EB…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1E979-A4EA-45DC-B29E-3DD7B45CD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71818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AF3A4D-10A6-4780-8C3B-7CE5CF2E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71818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66.59 ha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E9AA4-711A-4C41-9393-D5575E69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391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39217-4404-487F-8623-1AFFCF1B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84391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65.19 ha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57DDD8-0F1D-45E6-9E14-A9B472BD2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&gt; 4 modules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FD203D-2EFD-4B6C-9297-26F5FBA7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MT-5107750-3D69A53C…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F5F431-01FE-47D6-87AC-AF5479BD8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4099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C08637-2395-42B4-A49D-4B514D6F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909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1,076.81 ha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2454CD-3167-49D7-9B02-B000FDB6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672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45A7B8-8776-44E8-961E-B1128B55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482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929.67 ha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2ED43E-4D9E-49AC-B1F7-ECF8D25F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9245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≤ 4 modules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7FCFD4-039E-424E-A86E-3665B7293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9245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MT-5102603-D132829C…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142BA4-8ACC-46BB-90D4-413A8F0B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71818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376E50-E688-41D4-8FB5-5D7C0F3E9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1818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104.30 ha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A5FBC4-65B1-41BE-9E81-A11D65AFA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84391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EED9B2-330E-4CE9-AE82-7A76B1B7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84391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76.44 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60C9E6-FAFC-458C-A555-A902E457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21526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&gt; 4 modules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042DEAF-241A-4670-9EF8-6E933E7EF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21336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MT-5106828-23ABB407…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E6BF72-A305-4610-AC9A-5DF18151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34099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D8E6F3-AF6F-4475-9267-E3ED01FA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33909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138.98 ha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4FD3A2F-BFB5-4CFF-9323-78764524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46672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495293-85B8-4EC5-B8A6-F09D9DF1C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464820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114.19 ha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F84AD1-DBA7-4D51-AB7E-89A1A05CC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59245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≤ 4 modules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00603C0-86BF-4FA5-82FE-F8651A7A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59245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MT-5103304-CDD5B177…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F729839-7842-4B68-B4B1-8A736AC2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71818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Baseline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CEC1908-E1AC-46B4-9F27-E71445F7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71818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122.74 ha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0C4322-F035-4BAF-95F4-83649156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0100" y="8439150"/>
            <a:ext cx="2952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With secondary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741A47-4880-4F96-81B7-7117FB0B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8439150"/>
            <a:ext cx="21907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2C94C"/>
                </a:solidFill>
              </a:defRPr>
            </a:pPr>
            <a:r>
              <a:rPr sz="1600" b="1">
                <a:solidFill>
                  <a:srgbClr val="F2C94C"/>
                </a:solidFill>
              </a:rPr>
              <a:t>107.65 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4599BE-AD31-43FF-B497-F210F0C7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67850"/>
            <a:ext cx="37719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716C"/>
                </a:solidFill>
              </a:defRPr>
            </a:pPr>
            <a:r>
              <a:rPr sz="1600">
                <a:solidFill>
                  <a:srgbClr val="5D716C"/>
                </a:solidFill>
              </a:rPr>
              <a:t>Source: final GTA-linked Forest Code mega table · 2026-09-30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9A2FE6B-12FD-4233-ACEC-FC6569F4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97350" y="9486900"/>
            <a:ext cx="61912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2"/>
                </a:solidFill>
              </a:defRPr>
            </a:pPr>
            <a:r>
              <a:rPr sz="1600" b="1">
                <a:solidFill>
                  <a:srgbClr val="147D72"/>
                </a:solidFill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12140850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2026-10-01T11:53:35.9350000Z</dcterms:created>
  <dcterms:modified xsi:type="dcterms:W3CDTF">2026-10-01T11:53:35.9350000Z</dcterms:modified>
</coreProperties>
</file>