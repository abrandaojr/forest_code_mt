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Forest Code compliance at landscape scale — scientific dashboard</dc:title>
  <dc:subject/>
  <dc:creator>Amintas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